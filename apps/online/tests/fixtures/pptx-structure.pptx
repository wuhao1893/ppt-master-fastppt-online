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Structure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Retention reached 42%.</a:t>
            </a:r>
          </a:p>
          <a:p>
            <a:r>
              <a:t>Native text remains editable.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2926080" cy="1005840"/>
          </a:xfrm>
          <a:prstGeom prst="rect">
            <a:avLst/>
          </a:prstGeom>
          <a:solidFill>
            <a:srgbClr val="1E64B4"/>
          </a:solidFill>
          <a:ln>
            <a:solidFill>
              <a:srgbClr val="1E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Visual reference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